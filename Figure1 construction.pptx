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 autoAdjust="0"/>
    <p:restoredTop sz="94660"/>
  </p:normalViewPr>
  <p:slideViewPr>
    <p:cSldViewPr snapToGrid="0">
      <p:cViewPr>
        <p:scale>
          <a:sx n="90" d="100"/>
          <a:sy n="90" d="100"/>
        </p:scale>
        <p:origin x="1368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33C0-1760-40A7-B2F6-92875ED31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B6226-5F84-4264-BBF3-D2908A282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47B22-4524-4292-9873-078CFF454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ABA0E-93BD-4CC5-B4D8-ACED908D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3829C-D284-42E8-8186-3E59B71C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4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6769-6641-4C73-843D-F0AB4399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4B9D0-9D27-411D-9BF3-92D788490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C94BE-0FD5-4AE5-A450-73B0410AD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B0DAD-5325-4797-91F9-58CA7322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5C61-3CE1-4645-8CE0-D2C2D167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76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7D6C-15BD-4F2E-B285-3E334748C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E3C37-C929-49D2-BA80-3FEEDD4AE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1DC9E-6B71-46F8-B36C-CC6C99EB4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AC769-58B9-4629-BC8B-541EBA7A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D988B-19C7-4222-99DC-FA6596A0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0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7ED04-5CC7-45A8-A04E-EABF4386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5DB15-22E7-49CC-BA73-6BDF78B4A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0343A-D80F-4862-B4A6-32CDAB2BD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659A5-A8E5-436F-B4CA-9DC8F33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FD4C9-8E17-40BD-AD37-08825FE2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7A7F-95DC-47E5-B62A-66CEBBC7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0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519B-E3A0-49AD-95C7-A5DC7B41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38C24-144E-4A38-8A17-02514BF98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B4DA9-51BF-4232-BB77-D0E307CC9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BCF47E-4822-4A70-A422-107C2B73B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C3929-4BD9-487F-B0CD-D2C070E7D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90B1E0-E8F0-4047-8F7D-4B77AD30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1128DA-05A4-4B7F-A51C-8BC1EE8C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82BB3-5758-4B1F-8A32-4C714F6B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1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1A20-9A83-4CA3-BC73-6C115EC5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FCAC55-4043-4AB6-94B0-13909B71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84789-45BE-46EE-8646-1BBE8F577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F8F00-87DF-41AA-BB22-C3A928CB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2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3878E8-B9A1-40B5-BE6D-A2515CD5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E41B8-C88A-417D-B531-86DDE1DF6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72B23-E22C-4FEA-8BF5-67140A15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9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FBAE4-954F-4218-8950-069C7A3B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5E635-6CDF-410C-9E99-FB784A4E9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0924A-A269-4D54-88A7-F419EA1E6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34CD5-7C2D-456E-83A5-C30D5F45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EE69A-0F6E-4CBF-A704-5DDB98C1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38955-147F-4D98-AA34-A8288DC6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11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F4A80-2457-42D5-95CC-5BB494B89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576A3D-8475-4AD3-BC72-1737698DA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4E82E-283A-443E-A001-5F16D7825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AE5BD-3CF5-4D7A-BF96-AFF647851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E9B6B-1B5B-4589-930A-D16FB4941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AC9FA-7463-477F-8C65-50E4771FD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93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776D-EA07-4605-B673-B83E897A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6C7DF-06E6-4780-8E25-47A5307BC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67F58-C389-45C3-B86E-2D32663B8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C2F9E-27F5-49DC-86C8-A8BC9B6C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C7449-A8CB-49F0-9200-C1EEE4A4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4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3120F7-2D39-4F55-B894-89C63DA82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7B3BB-9C32-454F-9EB9-E8BBCB725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8366F-B233-44A9-A9A5-F7A4895AF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278A6-DA01-4725-B5B9-C9F5C0C9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7D988-8F12-4B7F-A633-3550C707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4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2F8D86-B1B9-4B82-8E92-7F5879E6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FE7A1-B9CA-4350-965A-964D4429B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34F1-335E-40D5-A973-39176ADF4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2628B-6129-41D0-908A-6C60FC8F5F62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DF539-EA58-4944-979F-66993CFDF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9230D-0B47-4A43-9E18-801293F5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9786B-1D92-44F0-9D45-54E5D4DE3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6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DB9FC7-8D9A-ABE8-C530-B89E038F2A10}"/>
              </a:ext>
            </a:extLst>
          </p:cNvPr>
          <p:cNvGrpSpPr/>
          <p:nvPr/>
        </p:nvGrpSpPr>
        <p:grpSpPr>
          <a:xfrm>
            <a:off x="0" y="0"/>
            <a:ext cx="6755741" cy="6826196"/>
            <a:chOff x="0" y="0"/>
            <a:chExt cx="6755741" cy="68261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481F63-7428-48A9-A85A-3C8CDB4982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4"/>
            <a:stretch/>
          </p:blipFill>
          <p:spPr>
            <a:xfrm>
              <a:off x="0" y="0"/>
              <a:ext cx="6755741" cy="682619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F2236FA-0AD3-4077-B300-4F07392954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73" t="54493" r="52104" b="13507"/>
            <a:stretch/>
          </p:blipFill>
          <p:spPr>
            <a:xfrm>
              <a:off x="795130" y="4723076"/>
              <a:ext cx="3041545" cy="210312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C96A10-B28F-4236-BFD3-3E3D3E209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93" t="32464" r="73993" b="50000"/>
            <a:stretch/>
          </p:blipFill>
          <p:spPr>
            <a:xfrm>
              <a:off x="2260300" y="3900051"/>
              <a:ext cx="444056" cy="7632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A9675D8-A730-4D56-A703-D13684E48D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86" t="15580" r="58823" b="80903"/>
            <a:stretch/>
          </p:blipFill>
          <p:spPr>
            <a:xfrm>
              <a:off x="449782" y="3599018"/>
              <a:ext cx="1893666" cy="24122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953192-8187-4D3D-856E-A5E8698170A1}"/>
                </a:ext>
              </a:extLst>
            </p:cNvPr>
            <p:cNvSpPr txBox="1"/>
            <p:nvPr/>
          </p:nvSpPr>
          <p:spPr>
            <a:xfrm>
              <a:off x="1059493" y="3457548"/>
              <a:ext cx="3962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7EC7A0-5D48-4CDB-AE08-CC3B62C10367}"/>
                </a:ext>
              </a:extLst>
            </p:cNvPr>
            <p:cNvSpPr txBox="1"/>
            <p:nvPr/>
          </p:nvSpPr>
          <p:spPr>
            <a:xfrm>
              <a:off x="1582712" y="3460905"/>
              <a:ext cx="3962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200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236A85E-8A82-4576-86AE-F1246703BA46}"/>
                </a:ext>
              </a:extLst>
            </p:cNvPr>
            <p:cNvSpPr txBox="1"/>
            <p:nvPr/>
          </p:nvSpPr>
          <p:spPr>
            <a:xfrm>
              <a:off x="2109553" y="3473411"/>
              <a:ext cx="603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300 km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D65CF0-805B-45BA-9DA2-3F2878338E2E}"/>
                </a:ext>
              </a:extLst>
            </p:cNvPr>
            <p:cNvSpPr txBox="1"/>
            <p:nvPr/>
          </p:nvSpPr>
          <p:spPr>
            <a:xfrm>
              <a:off x="450946" y="3457547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E760F692-08EB-6259-F7BE-B64779EAAB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741" y="0"/>
            <a:ext cx="5715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98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Niall Gallagher Clancy</dc:creator>
  <cp:lastModifiedBy>Niall Gallagher Clancy</cp:lastModifiedBy>
  <cp:revision>4</cp:revision>
  <dcterms:created xsi:type="dcterms:W3CDTF">2026-02-20T21:48:52Z</dcterms:created>
  <dcterms:modified xsi:type="dcterms:W3CDTF">2026-03-06T01:49:44Z</dcterms:modified>
</cp:coreProperties>
</file>